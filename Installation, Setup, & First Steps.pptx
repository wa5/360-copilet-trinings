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96" y="-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DDDD7-02E7-4C32-91F9-C637F82E17A1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DB1B3-26A8-4B9B-9D7C-3078A2999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829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DDDD7-02E7-4C32-91F9-C637F82E17A1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DB1B3-26A8-4B9B-9D7C-3078A2999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0071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DDDD7-02E7-4C32-91F9-C637F82E17A1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DB1B3-26A8-4B9B-9D7C-3078A2999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6906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DDDD7-02E7-4C32-91F9-C637F82E17A1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DB1B3-26A8-4B9B-9D7C-3078A2999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1854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DDDD7-02E7-4C32-91F9-C637F82E17A1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DB1B3-26A8-4B9B-9D7C-3078A2999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2557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DDDD7-02E7-4C32-91F9-C637F82E17A1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DB1B3-26A8-4B9B-9D7C-3078A2999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58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DDDD7-02E7-4C32-91F9-C637F82E17A1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DB1B3-26A8-4B9B-9D7C-3078A2999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2055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DDDD7-02E7-4C32-91F9-C637F82E17A1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DB1B3-26A8-4B9B-9D7C-3078A2999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776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DDDD7-02E7-4C32-91F9-C637F82E17A1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DB1B3-26A8-4B9B-9D7C-3078A2999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4379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DDDD7-02E7-4C32-91F9-C637F82E17A1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DB1B3-26A8-4B9B-9D7C-3078A2999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7767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DDDD7-02E7-4C32-91F9-C637F82E17A1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DB1B3-26A8-4B9B-9D7C-3078A2999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4984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6DDDD7-02E7-4C32-91F9-C637F82E17A1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DB1B3-26A8-4B9B-9D7C-3078A2999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4588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azure.microsoft.com/free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 smtClean="0"/>
              <a:t>Installation, Setup, &amp; First Steps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1723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/>
            </a:r>
            <a:br>
              <a:rPr lang="en-IN" b="1" dirty="0"/>
            </a:br>
            <a:r>
              <a:rPr lang="en-IN" b="1" dirty="0" smtClean="0"/>
              <a:t> Installation, Setup, &amp; First Steps </a:t>
            </a:r>
            <a:r>
              <a:rPr lang="en-IN" dirty="0" smtClean="0"/>
              <a:t/>
            </a:r>
            <a:br>
              <a:rPr lang="en-IN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IN" dirty="0" smtClean="0"/>
              <a:t>Prerequisites</a:t>
            </a:r>
            <a:r>
              <a:rPr lang="en-IN" dirty="0"/>
              <a:t>: GitHub account, active subscription.</a:t>
            </a:r>
          </a:p>
          <a:p>
            <a:pPr lvl="1"/>
            <a:r>
              <a:rPr lang="en-IN" dirty="0"/>
              <a:t>Walkthrough: Installing the </a:t>
            </a:r>
            <a:r>
              <a:rPr lang="en-IN" dirty="0" err="1"/>
              <a:t>Copilot</a:t>
            </a:r>
            <a:r>
              <a:rPr lang="en-IN" dirty="0"/>
              <a:t> extension in VS Code.</a:t>
            </a:r>
          </a:p>
          <a:p>
            <a:pPr lvl="1"/>
            <a:r>
              <a:rPr lang="en-IN" dirty="0"/>
              <a:t>The authentication process.</a:t>
            </a:r>
          </a:p>
          <a:p>
            <a:pPr lvl="1"/>
            <a:r>
              <a:rPr lang="en-IN" dirty="0"/>
              <a:t>Understanding the UI: Inline suggestions, the </a:t>
            </a:r>
            <a:r>
              <a:rPr lang="en-IN" dirty="0" err="1"/>
              <a:t>Copilot</a:t>
            </a:r>
            <a:r>
              <a:rPr lang="en-IN" dirty="0"/>
              <a:t> panel, shortcut keys.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9934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GitHub account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1. GitHub Account</a:t>
            </a:r>
          </a:p>
          <a:p>
            <a:r>
              <a:rPr lang="en-US" b="1" dirty="0"/>
              <a:t>Go to</a:t>
            </a:r>
            <a:r>
              <a:rPr lang="en-US" dirty="0"/>
              <a:t> </a:t>
            </a:r>
            <a:r>
              <a:rPr lang="en-US" dirty="0">
                <a:hlinkClick r:id="rId2"/>
              </a:rPr>
              <a:t>github.com</a:t>
            </a:r>
            <a:endParaRPr lang="en-US" dirty="0"/>
          </a:p>
          <a:p>
            <a:r>
              <a:rPr lang="en-US" b="1" dirty="0"/>
              <a:t>Sign up</a:t>
            </a:r>
            <a:r>
              <a:rPr lang="en-US" dirty="0"/>
              <a:t> with email, username, and password.</a:t>
            </a:r>
          </a:p>
          <a:p>
            <a:r>
              <a:rPr lang="en-US" b="1" dirty="0"/>
              <a:t>Verify your email address.</a:t>
            </a:r>
            <a:endParaRPr lang="en-US" dirty="0"/>
          </a:p>
          <a:p>
            <a:r>
              <a:rPr lang="en-US" b="1" dirty="0"/>
              <a:t>(Optional but recommended)</a:t>
            </a:r>
            <a:r>
              <a:rPr lang="en-US" dirty="0"/>
              <a:t> </a:t>
            </a:r>
            <a:r>
              <a:rPr lang="en-US" b="1" dirty="0"/>
              <a:t>Set up Two-Factor Authentication (2FA)</a:t>
            </a:r>
            <a:r>
              <a:rPr lang="en-US" dirty="0"/>
              <a:t> in your settings.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8303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active subscription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2. Active Subscription (e.g., for Microsoft Azure)</a:t>
            </a:r>
          </a:p>
          <a:p>
            <a:r>
              <a:rPr lang="en-US" b="1" dirty="0"/>
              <a:t>Go to</a:t>
            </a:r>
            <a:r>
              <a:rPr lang="en-US" dirty="0"/>
              <a:t> the provider's site (e.g., </a:t>
            </a:r>
            <a:r>
              <a:rPr lang="en-US" dirty="0">
                <a:hlinkClick r:id="rId2"/>
              </a:rPr>
              <a:t>azure.microsoft.com/free</a:t>
            </a:r>
            <a:r>
              <a:rPr lang="en-US" dirty="0"/>
              <a:t>).</a:t>
            </a:r>
          </a:p>
          <a:p>
            <a:r>
              <a:rPr lang="en-US" b="1" dirty="0"/>
              <a:t>Sign up</a:t>
            </a:r>
            <a:r>
              <a:rPr lang="en-US" dirty="0"/>
              <a:t> for a free account or trial.</a:t>
            </a:r>
          </a:p>
          <a:p>
            <a:r>
              <a:rPr lang="en-US" b="1" dirty="0"/>
              <a:t>Provide a credit card</a:t>
            </a:r>
            <a:r>
              <a:rPr lang="en-US" dirty="0"/>
              <a:t> and phone number for verification.</a:t>
            </a:r>
          </a:p>
          <a:p>
            <a:r>
              <a:rPr lang="en-US" b="1" dirty="0"/>
              <a:t>Access the portal</a:t>
            </a:r>
            <a:r>
              <a:rPr lang="en-US" dirty="0"/>
              <a:t> to manage your resources.</a:t>
            </a:r>
          </a:p>
          <a:p>
            <a:r>
              <a:rPr lang="en-US" b="1" dirty="0"/>
              <a:t>Cost:</a:t>
            </a:r>
            <a:r>
              <a:rPr lang="en-US" dirty="0"/>
              <a:t> Has a free tier/trial, but requires a payment method.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6625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567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66</Words>
  <Application>Microsoft Office PowerPoint</Application>
  <PresentationFormat>On-screen Show (4:3)</PresentationFormat>
  <Paragraphs>19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Installation, Setup, &amp; First Steps</vt:lpstr>
      <vt:lpstr>  Installation, Setup, &amp; First Steps  </vt:lpstr>
      <vt:lpstr>GitHub account</vt:lpstr>
      <vt:lpstr>active subscription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Installation, Setup, &amp; First Steps</dc:title>
  <dc:creator>Lenovo</dc:creator>
  <cp:lastModifiedBy>Lenovo</cp:lastModifiedBy>
  <cp:revision>5</cp:revision>
  <dcterms:created xsi:type="dcterms:W3CDTF">2025-11-26T00:41:15Z</dcterms:created>
  <dcterms:modified xsi:type="dcterms:W3CDTF">2025-11-26T02:54:42Z</dcterms:modified>
</cp:coreProperties>
</file>