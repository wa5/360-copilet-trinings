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2703C-27D9-4D64-AC68-2FFB60E6902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68C0-BBEA-4880-A87E-7D72AD68E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952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2703C-27D9-4D64-AC68-2FFB60E6902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68C0-BBEA-4880-A87E-7D72AD68E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33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2703C-27D9-4D64-AC68-2FFB60E6902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68C0-BBEA-4880-A87E-7D72AD68E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95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2703C-27D9-4D64-AC68-2FFB60E6902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68C0-BBEA-4880-A87E-7D72AD68E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769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2703C-27D9-4D64-AC68-2FFB60E6902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68C0-BBEA-4880-A87E-7D72AD68E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59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2703C-27D9-4D64-AC68-2FFB60E6902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68C0-BBEA-4880-A87E-7D72AD68E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843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2703C-27D9-4D64-AC68-2FFB60E6902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68C0-BBEA-4880-A87E-7D72AD68E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36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2703C-27D9-4D64-AC68-2FFB60E6902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68C0-BBEA-4880-A87E-7D72AD68E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39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2703C-27D9-4D64-AC68-2FFB60E6902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68C0-BBEA-4880-A87E-7D72AD68E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837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2703C-27D9-4D64-AC68-2FFB60E6902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68C0-BBEA-4880-A87E-7D72AD68E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764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2703C-27D9-4D64-AC68-2FFB60E6902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68C0-BBEA-4880-A87E-7D72AD68E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22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2703C-27D9-4D64-AC68-2FFB60E6902E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668C0-BBEA-4880-A87E-7D72AD68E2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645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Introduction &amp; Setting Expectations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60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 smtClean="0"/>
              <a:t>What </a:t>
            </a:r>
            <a:r>
              <a:rPr lang="en-US" dirty="0"/>
              <a:t>is GitHub Copilot? </a:t>
            </a:r>
            <a:endParaRPr lang="en-US" dirty="0" smtClean="0"/>
          </a:p>
          <a:p>
            <a:pPr lvl="1"/>
            <a:r>
              <a:rPr lang="en-US" dirty="0" smtClean="0"/>
              <a:t>How </a:t>
            </a:r>
            <a:r>
              <a:rPr lang="en-US" dirty="0"/>
              <a:t>it works: </a:t>
            </a:r>
            <a:endParaRPr lang="en-US" dirty="0" smtClean="0"/>
          </a:p>
          <a:p>
            <a:pPr lvl="1"/>
            <a:r>
              <a:rPr lang="en-US" dirty="0" smtClean="0"/>
              <a:t>What </a:t>
            </a:r>
            <a:r>
              <a:rPr lang="en-US" dirty="0"/>
              <a:t>it's good at vs. its limitations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importance of the developer's role as a reviewer and editor.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12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What is GitHub Copilot?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GitHub </a:t>
            </a:r>
            <a:r>
              <a:rPr lang="en-US" dirty="0"/>
              <a:t>Copilot is an </a:t>
            </a:r>
            <a:r>
              <a:rPr lang="en-US" b="1" dirty="0"/>
              <a:t>AI-powered code completion tool</a:t>
            </a:r>
            <a:r>
              <a:rPr lang="en-US" dirty="0"/>
              <a:t> that acts as an </a:t>
            </a:r>
            <a:r>
              <a:rPr lang="en-US" b="1" dirty="0"/>
              <a:t>AI pair programmer</a:t>
            </a:r>
            <a:r>
              <a:rPr lang="en-US" dirty="0"/>
              <a:t>. It goes far beyond basic autocomplete by generating entire lines, functions, and even blocks of code based on the context of your work.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6925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Short Info on Key Aspects: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AI Pair Programmer:</a:t>
            </a:r>
            <a:r>
              <a:rPr lang="en-US" dirty="0"/>
              <a:t> More than autocomplete; understands intent and suggests whole code blocks to solve problems.</a:t>
            </a:r>
          </a:p>
          <a:p>
            <a:r>
              <a:rPr lang="en-US" b="1" dirty="0"/>
              <a:t>Powered by </a:t>
            </a:r>
            <a:r>
              <a:rPr lang="en-US" b="1" dirty="0" err="1"/>
              <a:t>OpenAI</a:t>
            </a:r>
            <a:r>
              <a:rPr lang="en-US" b="1" dirty="0"/>
              <a:t>:</a:t>
            </a:r>
            <a:r>
              <a:rPr lang="en-US" dirty="0"/>
              <a:t> Built on a model trained on vast public code, enabling it to work across dozens of languages.</a:t>
            </a:r>
          </a:p>
          <a:p>
            <a:r>
              <a:rPr lang="en-US" b="1" dirty="0"/>
              <a:t>Context-Aware:</a:t>
            </a:r>
            <a:r>
              <a:rPr lang="en-US" dirty="0"/>
              <a:t> Reads your comments and existing code to generate relevant suggestions (e.g., write a comment, get a function).</a:t>
            </a:r>
          </a:p>
          <a:p>
            <a:r>
              <a:rPr lang="en-US" b="1" dirty="0"/>
              <a:t>Multi-Language:</a:t>
            </a:r>
            <a:r>
              <a:rPr lang="en-US" dirty="0"/>
              <a:t> Works with Python, JS, Java, and many other popular and niche languages.</a:t>
            </a:r>
          </a:p>
          <a:p>
            <a:r>
              <a:rPr lang="en-US" b="1" dirty="0"/>
              <a:t>Editor Integrated:</a:t>
            </a:r>
            <a:r>
              <a:rPr lang="en-US" dirty="0"/>
              <a:t> A seamless extension in VS Code, </a:t>
            </a:r>
            <a:r>
              <a:rPr lang="en-US" dirty="0" err="1"/>
              <a:t>JetBrains</a:t>
            </a:r>
            <a:r>
              <a:rPr lang="en-US" dirty="0"/>
              <a:t>, and other major IDEs.</a:t>
            </a:r>
          </a:p>
          <a:p>
            <a:r>
              <a:rPr lang="en-US" b="1" dirty="0"/>
              <a:t>Code Transformation:</a:t>
            </a:r>
            <a:r>
              <a:rPr lang="en-US" dirty="0"/>
              <a:t> Helps with tasks beyond writing, like refactoring, writing tests, and explaining code.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778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How </a:t>
            </a:r>
            <a:r>
              <a:rPr lang="en-US" b="1" dirty="0"/>
              <a:t>it </a:t>
            </a:r>
            <a:r>
              <a:rPr lang="en-US" b="1" dirty="0" smtClean="0"/>
              <a:t>works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Trained on Public Code:</a:t>
            </a:r>
            <a:r>
              <a:rPr lang="en-US" dirty="0"/>
              <a:t> The model was trained on a massive dataset of </a:t>
            </a:r>
            <a:r>
              <a:rPr lang="en-US" b="1" dirty="0"/>
              <a:t>billions of lines of public code</a:t>
            </a:r>
            <a:r>
              <a:rPr lang="en-US" dirty="0"/>
              <a:t> from GitHub.</a:t>
            </a:r>
          </a:p>
          <a:p>
            <a:r>
              <a:rPr lang="en-US" b="1" dirty="0"/>
              <a:t>Pattern Recognition:</a:t>
            </a:r>
            <a:r>
              <a:rPr lang="en-US" dirty="0"/>
              <a:t> It learned the patterns, syntax, and structure of dozens of programming languages from this data.</a:t>
            </a:r>
          </a:p>
          <a:p>
            <a:r>
              <a:rPr lang="en-US" b="1" dirty="0"/>
              <a:t>Context is Key:</a:t>
            </a:r>
            <a:r>
              <a:rPr lang="en-US" dirty="0"/>
              <a:t> As you type, it analyzes your </a:t>
            </a:r>
            <a:r>
              <a:rPr lang="en-US" b="1" dirty="0"/>
              <a:t>code and comments</a:t>
            </a:r>
            <a:r>
              <a:rPr lang="en-US" dirty="0"/>
              <a:t> to understand the context and your intent.</a:t>
            </a:r>
          </a:p>
          <a:p>
            <a:r>
              <a:rPr lang="en-US" b="1" dirty="0"/>
              <a:t>Prediction Engine:</a:t>
            </a:r>
            <a:r>
              <a:rPr lang="en-US" dirty="0"/>
              <a:t> It acts as a powerful prediction engine, guessing the most likely next lines of code based on everything it has learned and the context you provided.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805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What it's good at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Boilerplate </a:t>
            </a:r>
            <a:r>
              <a:rPr lang="en-US" b="1" dirty="0"/>
              <a:t>&amp; Repetitive Code:</a:t>
            </a:r>
            <a:r>
              <a:rPr lang="en-US" dirty="0"/>
              <a:t> Excels at generating common code structures, saving time and reducing tedium.</a:t>
            </a:r>
          </a:p>
          <a:p>
            <a:r>
              <a:rPr lang="en-US" b="1" dirty="0"/>
              <a:t>Speeding Up Workflow:</a:t>
            </a:r>
            <a:r>
              <a:rPr lang="en-US" dirty="0"/>
              <a:t> Great for quickly scaffolding functions, classes, and unit tests based on context.</a:t>
            </a:r>
          </a:p>
          <a:p>
            <a:r>
              <a:rPr lang="en-US" b="1" dirty="0"/>
              <a:t>Learning &amp; Exploration:</a:t>
            </a:r>
            <a:r>
              <a:rPr lang="en-US" dirty="0"/>
              <a:t> Helps you discover new libraries or syntax by offering suggestions you can review and adapt.</a:t>
            </a:r>
          </a:p>
          <a:p>
            <a:r>
              <a:rPr lang="en-US" b="1" dirty="0"/>
              <a:t>Filling in the Gaps:</a:t>
            </a:r>
            <a:r>
              <a:rPr lang="en-US" dirty="0"/>
              <a:t> Excellent at suggesting the next logical line inside a function you're writing.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2609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Its </a:t>
            </a:r>
            <a:r>
              <a:rPr lang="en-IN" b="1" dirty="0"/>
              <a:t>limitations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Not Guaranteed Perfection:</a:t>
            </a:r>
            <a:r>
              <a:rPr lang="en-US" dirty="0"/>
              <a:t> It can suggest </a:t>
            </a:r>
            <a:r>
              <a:rPr lang="en-US" b="1" dirty="0"/>
              <a:t>incorrect, inefficient, or insecure code</a:t>
            </a:r>
            <a:r>
              <a:rPr lang="en-US" dirty="0"/>
              <a:t>. It's a tool, not an oracle.</a:t>
            </a:r>
          </a:p>
          <a:p>
            <a:r>
              <a:rPr lang="en-US" b="1" dirty="0"/>
              <a:t>Can Hallucinate:</a:t>
            </a:r>
            <a:r>
              <a:rPr lang="en-US" dirty="0"/>
              <a:t> It may invent non-existent APIs or libraries that seem plausible.</a:t>
            </a:r>
          </a:p>
          <a:p>
            <a:r>
              <a:rPr lang="en-US" b="1" dirty="0"/>
              <a:t>Lacks Deep Understanding:</a:t>
            </a:r>
            <a:r>
              <a:rPr lang="en-US" dirty="0"/>
              <a:t> It doesn't truly "understand" your project's architecture or business logic.</a:t>
            </a:r>
          </a:p>
          <a:p>
            <a:r>
              <a:rPr lang="en-US" b="1" dirty="0"/>
              <a:t>Requires Review:</a:t>
            </a:r>
            <a:r>
              <a:rPr lang="en-US" dirty="0"/>
              <a:t> You, the developer, are ultimately responsible for reviewing, testing, and verifying all suggestions.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755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importance of the developer's role as a reviewer and editor.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developer is the </a:t>
            </a:r>
            <a:r>
              <a:rPr lang="en-US" b="1" dirty="0"/>
              <a:t>responsible expert</a:t>
            </a:r>
            <a:r>
              <a:rPr lang="en-US" dirty="0"/>
              <a:t>, and Copilot is the </a:t>
            </a:r>
            <a:r>
              <a:rPr lang="en-US" b="1" dirty="0"/>
              <a:t>assistant</a:t>
            </a:r>
            <a:r>
              <a:rPr lang="en-US" dirty="0"/>
              <a:t>.</a:t>
            </a:r>
          </a:p>
          <a:p>
            <a:r>
              <a:rPr lang="en-US" b="1" dirty="0"/>
              <a:t>You Are the Architect:</a:t>
            </a:r>
            <a:r>
              <a:rPr lang="en-US" dirty="0"/>
              <a:t> Copilot writes lines of code; you understand the big picture, design, and business logic.</a:t>
            </a:r>
          </a:p>
          <a:p>
            <a:r>
              <a:rPr lang="en-US" b="1" dirty="0"/>
              <a:t>You Ensure Quality &amp; Security:</a:t>
            </a:r>
            <a:r>
              <a:rPr lang="en-US" dirty="0"/>
              <a:t> You must review every suggestion for bugs, efficiency, and vulnerabilities. Copilot does not guarantee correctness.</a:t>
            </a:r>
          </a:p>
          <a:p>
            <a:r>
              <a:rPr lang="en-US" b="1" dirty="0"/>
              <a:t>You Provide the "Why":</a:t>
            </a:r>
            <a:r>
              <a:rPr lang="en-US" dirty="0"/>
              <a:t> Copilot suggests </a:t>
            </a:r>
            <a:r>
              <a:rPr lang="en-US" i="1" dirty="0"/>
              <a:t>how</a:t>
            </a:r>
            <a:r>
              <a:rPr lang="en-US" dirty="0"/>
              <a:t> to code something, but you define </a:t>
            </a:r>
            <a:r>
              <a:rPr lang="en-US" i="1" dirty="0"/>
              <a:t>why</a:t>
            </a:r>
            <a:r>
              <a:rPr lang="en-US" dirty="0"/>
              <a:t> it should be done that way to meet project goals.</a:t>
            </a:r>
          </a:p>
          <a:p>
            <a:r>
              <a:rPr lang="en-US" b="1" dirty="0"/>
              <a:t>In short: You are the driver, and Copilot is a powerful, AI-powered navigation system. You must still keep your hands on the wheel and make the final decisions.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38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82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Introduction &amp; Setting Expectations</vt:lpstr>
      <vt:lpstr>PowerPoint Presentation</vt:lpstr>
      <vt:lpstr>What is GitHub Copilot? </vt:lpstr>
      <vt:lpstr>Short Info on Key Aspects: </vt:lpstr>
      <vt:lpstr> How it works </vt:lpstr>
      <vt:lpstr> What it's good at </vt:lpstr>
      <vt:lpstr> Its limitations </vt:lpstr>
      <vt:lpstr>The importance of the developer's role as a reviewer and editor.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&amp; Setting Expectations</dc:title>
  <dc:creator>Lenovo</dc:creator>
  <cp:lastModifiedBy>Lenovo</cp:lastModifiedBy>
  <cp:revision>3</cp:revision>
  <dcterms:created xsi:type="dcterms:W3CDTF">2025-11-26T00:21:28Z</dcterms:created>
  <dcterms:modified xsi:type="dcterms:W3CDTF">2025-11-26T00:37:48Z</dcterms:modified>
</cp:coreProperties>
</file>