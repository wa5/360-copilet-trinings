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02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77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51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491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62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98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90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46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561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90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E5647-E3EE-4AB3-8751-68D24B1FFAB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F2B54-1111-47FA-9074-580BB369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17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Understanding the GitHub Copilot UI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Inline Suggestions</a:t>
            </a:r>
          </a:p>
          <a:p>
            <a:r>
              <a:rPr lang="en-US" b="1" dirty="0"/>
              <a:t>2. The Copilot Panel (Chat &amp; Context)</a:t>
            </a:r>
          </a:p>
          <a:p>
            <a:r>
              <a:rPr lang="en-IN" b="1" dirty="0"/>
              <a:t>3. Shortcut Keys</a:t>
            </a:r>
          </a:p>
          <a:p>
            <a:r>
              <a:rPr lang="en-US" dirty="0" smtClean="0"/>
              <a:t>4.cli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171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1. Inline Suggestions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These are Copilot's primary way of helping you code, appearing directly as you type.</a:t>
            </a:r>
          </a:p>
          <a:p>
            <a:r>
              <a:rPr lang="en-US" b="1" dirty="0"/>
              <a:t>What It Is:</a:t>
            </a:r>
            <a:r>
              <a:rPr lang="en-US" dirty="0"/>
              <a:t> Gray, ghosted text that automatically appears in your editor as you type. It's Copilot's real-time prediction of what you're trying to code next.</a:t>
            </a:r>
          </a:p>
          <a:p>
            <a:r>
              <a:rPr lang="en-US" b="1" dirty="0"/>
              <a:t>How It Works:</a:t>
            </a:r>
            <a:r>
              <a:rPr lang="en-US" dirty="0"/>
              <a:t> Based on your current code, comments, and file names, Copilot generates one or more suggestions.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01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How to Use It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/>
              <a:t>Accept a Suggestion:</a:t>
            </a:r>
            <a:r>
              <a:rPr lang="en-US" dirty="0" smtClean="0"/>
              <a:t> Press the Tab key. This is the most common action.</a:t>
            </a:r>
          </a:p>
          <a:p>
            <a:pPr lvl="1"/>
            <a:r>
              <a:rPr lang="en-US" b="1" dirty="0" smtClean="0"/>
              <a:t>See Next Suggestion:</a:t>
            </a:r>
            <a:r>
              <a:rPr lang="en-US" dirty="0" smtClean="0"/>
              <a:t> If the first suggestion isn't right, press Alt + ] (or Option + ] on Mac).</a:t>
            </a:r>
          </a:p>
          <a:p>
            <a:pPr lvl="1"/>
            <a:r>
              <a:rPr lang="en-US" b="1" dirty="0" smtClean="0"/>
              <a:t>See Previous Suggestion:</a:t>
            </a:r>
            <a:r>
              <a:rPr lang="en-US" dirty="0" smtClean="0"/>
              <a:t> Press Alt + [ (or Option + [ on Mac).</a:t>
            </a:r>
          </a:p>
          <a:p>
            <a:pPr lvl="1"/>
            <a:r>
              <a:rPr lang="en-US" b="1" dirty="0" smtClean="0"/>
              <a:t>Dismiss a Suggestion:</a:t>
            </a:r>
            <a:r>
              <a:rPr lang="en-US" dirty="0" smtClean="0"/>
              <a:t> Simply keep typing, or press Esc. The suggestion will fade away.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1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You type a comment: // function to calculate factorial of a number</a:t>
            </a:r>
            <a:br>
              <a:rPr lang="en-US" dirty="0" smtClean="0"/>
            </a:br>
            <a:r>
              <a:rPr lang="en-US" dirty="0" smtClean="0"/>
              <a:t>As you start typing function factorial, a gray suggestion for the complete function body will appear.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19" y="5085184"/>
            <a:ext cx="864076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6209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2</a:t>
            </a:r>
            <a:r>
              <a:rPr lang="en-US" b="1" dirty="0"/>
              <a:t>. The Copilot Panel (Chat &amp; Context)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your interactive conversation window with Copilot, providing a more guided and explanatory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171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It 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A separate panel (usually opened on the side of your editor) where you can have a text-based chat with Copilot, ask questions, and give complex commands.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821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Key Features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 smtClean="0"/>
              <a:t>Chat</a:t>
            </a:r>
            <a:r>
              <a:rPr lang="en-US" b="1" dirty="0"/>
              <a:t>:</a:t>
            </a:r>
            <a:r>
              <a:rPr lang="en-US" dirty="0"/>
              <a:t> Ask it to explain code, generate code from a description, find bugs, or get tests.</a:t>
            </a:r>
          </a:p>
          <a:p>
            <a:pPr lvl="1"/>
            <a:r>
              <a:rPr lang="en-US" b="1" dirty="0"/>
              <a:t>Slash Commands:</a:t>
            </a:r>
            <a:r>
              <a:rPr lang="en-US" dirty="0"/>
              <a:t> Quick commands that start with / to trigger specific actions.</a:t>
            </a:r>
          </a:p>
          <a:p>
            <a:pPr lvl="2"/>
            <a:r>
              <a:rPr lang="en-US" dirty="0"/>
              <a:t>/tests - Generate unit tests for your code.</a:t>
            </a:r>
          </a:p>
          <a:p>
            <a:pPr lvl="2"/>
            <a:r>
              <a:rPr lang="en-US" dirty="0"/>
              <a:t>/explain - Get a plain-English explanation of the selected code.</a:t>
            </a:r>
          </a:p>
          <a:p>
            <a:pPr lvl="2"/>
            <a:r>
              <a:rPr lang="en-US" dirty="0"/>
              <a:t>/fix - Propose a fix for a potential bug.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44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Context Awareness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 The chat automatically has access to your open file(s) and the code you've selected, so you can ask questions like "explain this function" without having to paste the code.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5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How to Open It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 smtClean="0"/>
              <a:t>Click </a:t>
            </a:r>
            <a:r>
              <a:rPr lang="en-US" b="1" dirty="0"/>
              <a:t>the Copilot icon</a:t>
            </a:r>
            <a:r>
              <a:rPr lang="en-US" dirty="0"/>
              <a:t> in the activity bar (side panel) of your editor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 </a:t>
            </a:r>
            <a:r>
              <a:rPr lang="en-US" dirty="0"/>
              <a:t>the </a:t>
            </a:r>
            <a:r>
              <a:rPr lang="en-US" b="1" dirty="0"/>
              <a:t>Keyboard Shortcut</a:t>
            </a:r>
            <a:r>
              <a:rPr lang="en-US" dirty="0"/>
              <a:t>: Ctrl + I (Windows/Linux) or </a:t>
            </a:r>
            <a:r>
              <a:rPr lang="en-US" dirty="0" err="1"/>
              <a:t>Cmd</a:t>
            </a:r>
            <a:r>
              <a:rPr lang="en-US" dirty="0"/>
              <a:t> + I (Mac).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2708920"/>
            <a:ext cx="5544617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787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3</a:t>
            </a:r>
            <a:r>
              <a:rPr lang="en-IN" b="1" dirty="0"/>
              <a:t>. Shortcut Keys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These are the essential keyboard commands to work efficiently with Copilot.</a:t>
            </a:r>
          </a:p>
          <a:p>
            <a:r>
              <a:rPr lang="en-US" b="1" dirty="0"/>
              <a:t>Trigger Inline Suggestion Manually:</a:t>
            </a:r>
            <a:r>
              <a:rPr lang="en-US" dirty="0"/>
              <a:t> If a suggestion doesn't appear, you can explicitly ask for one by pressing Alt + \ (Windows/Linux) or Option + \ (Mac). This is useful when you're stuck.</a:t>
            </a:r>
          </a:p>
          <a:p>
            <a:r>
              <a:rPr lang="en-US" b="1" dirty="0"/>
              <a:t>Open Copilot Chat:</a:t>
            </a:r>
            <a:r>
              <a:rPr lang="en-US" dirty="0"/>
              <a:t> Ctrl + I / </a:t>
            </a:r>
            <a:r>
              <a:rPr lang="en-US" dirty="0" err="1"/>
              <a:t>Cmd</a:t>
            </a:r>
            <a:r>
              <a:rPr lang="en-US" dirty="0"/>
              <a:t> + I (as mentioned above).</a:t>
            </a:r>
          </a:p>
          <a:p>
            <a:r>
              <a:rPr lang="en-US" b="1" dirty="0"/>
              <a:t>Cycle Through Inline Suggestions:</a:t>
            </a:r>
            <a:endParaRPr lang="en-US" dirty="0"/>
          </a:p>
          <a:p>
            <a:pPr lvl="1"/>
            <a:r>
              <a:rPr lang="en-US" b="1" dirty="0"/>
              <a:t>Accept:</a:t>
            </a:r>
            <a:r>
              <a:rPr lang="en-US" dirty="0"/>
              <a:t> Tab</a:t>
            </a:r>
          </a:p>
          <a:p>
            <a:pPr lvl="1"/>
            <a:r>
              <a:rPr lang="en-US" b="1" dirty="0"/>
              <a:t>Next Suggestion:</a:t>
            </a:r>
            <a:r>
              <a:rPr lang="en-US" dirty="0"/>
              <a:t> Alt + ] (or Option + ])</a:t>
            </a:r>
          </a:p>
          <a:p>
            <a:pPr lvl="1"/>
            <a:r>
              <a:rPr lang="en-US" b="1" dirty="0"/>
              <a:t>Previous Suggestion:</a:t>
            </a:r>
            <a:r>
              <a:rPr lang="en-US" dirty="0"/>
              <a:t> Alt + [ (or Option + [)</a:t>
            </a:r>
          </a:p>
          <a:p>
            <a:r>
              <a:rPr lang="en-US" b="1" dirty="0"/>
              <a:t>Accept a Word/Partial Suggestion:</a:t>
            </a:r>
            <a:r>
              <a:rPr lang="en-US" dirty="0"/>
              <a:t> Sometimes Copilot suggests a long line, but you only want the next word. Press Alt + → (Right Arrow) or Option + → to accept just one word at a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06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Understanding the GitHub Copilot UI </vt:lpstr>
      <vt:lpstr>PowerPoint Presentation</vt:lpstr>
      <vt:lpstr>1. Inline Suggestions </vt:lpstr>
      <vt:lpstr> How to Use It </vt:lpstr>
      <vt:lpstr>PowerPoint Presentation</vt:lpstr>
      <vt:lpstr> 2. The Copilot Panel (Chat &amp; Context) </vt:lpstr>
      <vt:lpstr>What It Is</vt:lpstr>
      <vt:lpstr> Key Features </vt:lpstr>
      <vt:lpstr>Context Awareness</vt:lpstr>
      <vt:lpstr> How to Open It </vt:lpstr>
      <vt:lpstr> 3. Shortcut Keys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GitHub Copilot UI</dc:title>
  <dc:creator>Lenovo</dc:creator>
  <cp:lastModifiedBy>Lenovo</cp:lastModifiedBy>
  <cp:revision>3</cp:revision>
  <dcterms:created xsi:type="dcterms:W3CDTF">2025-11-26T02:18:53Z</dcterms:created>
  <dcterms:modified xsi:type="dcterms:W3CDTF">2025-11-26T02:45:11Z</dcterms:modified>
</cp:coreProperties>
</file>